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777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09-ef52-8f85-8000-0000cd3561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1d-c7f2-89fd-8000-0000ad9c28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16-1302-88df-8000-000039f02b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17-9322-85c9-8000-0000da7ad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17-2102-8fc8-8000-00005bddea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15-9b92-8419-8000-000011633f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30-b132-883a-8000-0000ae3177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30-54e2-82fa-8000-000095f1c5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2a-9ce2-807a-8000-000089259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29-90a2-867d-8000-0000e26b00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29-8762-8deb-8000-0000b24ab6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44-42f2-8566-8000-0000e054db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46-b962-886e-8000-0000e34645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46-c472-8824-8000-0000c94e29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43-d0d2-8288-8000-0000d4d228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44-6c72-8ad2-8000-00005a5b2f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54-67b2-87ef-8000-000072b323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56-4062-8b96-8000-0000169a97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52-8502-8e60-8000-0000f0114c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53-9a32-86ba-8000-0000e9dc19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53-5ee2-882f-8000-00001cefae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62-b4b2-897d-8000-00000939bd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62-8b02-859b-8000-0000a8603c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765-1172-8955-8000-0000726d9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Custom</PresentationFormat>
  <Paragraphs>24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Accounting Playbook</dc:title>
  <dc:subject>AI-Powered Accounting Playbook</dc:subject>
  <dc:creator>Kimi</dc:creator>
  <cp:lastModifiedBy>Sean</cp:lastModifiedBy>
  <cp:revision>1</cp:revision>
  <dcterms:created xsi:type="dcterms:W3CDTF">2025-12-02T05:08:36Z</dcterms:created>
  <dcterms:modified xsi:type="dcterms:W3CDTF">2025-12-02T05:08:46Z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{"Label":"AI-Powered Accounting Playbook","ContentProducer":"001191110108MACG2KBH8F10000","ProduceID":"d4n754s06opap0jb98i0","ReservedCode1":"","ContentPropagator":"001191110108MACG2KBH8F20000","PropagateID":"d4n754s06opap0jb98i0","ReservedCode2":""}</vt:lpwstr>
  </property>
</Properties>
</file>