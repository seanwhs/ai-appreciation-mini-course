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10287000" cy="1828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2" d="100"/>
          <a:sy n="42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5460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672-4732-818b-8000-00000817c29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680-0fc2-8a44-8000-0000c46402c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67f-8932-8c76-8000-00007fcb21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67f-7652-862c-8000-00003c5b15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680-6292-8459-8000-000075ba4da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682-d5d2-8d26-8000-0000799f80c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68f-f5a2-8851-8000-000030af4ca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6a0-4552-87c3-8000-00004cbc43b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69a-9d52-84ab-8000-0000b850b70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68f-6db2-89d3-8000-00008252158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692-1bd2-84ec-8000-0000cf03bf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6ad-a2f2-84a6-8000-0000311c470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Custom</PresentationFormat>
  <Paragraphs>12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Smiles for Seniors</dc:title>
  <dc:subject>AI Smiles for Seniors</dc:subject>
  <dc:creator>Kimi</dc:creator>
  <cp:lastModifiedBy>Sean</cp:lastModifiedBy>
  <cp:revision>1</cp:revision>
  <dcterms:created xsi:type="dcterms:W3CDTF">2025-12-02T04:56:07Z</dcterms:created>
  <dcterms:modified xsi:type="dcterms:W3CDTF">2025-12-02T04:56:23Z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{"Label":"AI Smiles for Seniors","ContentProducer":"001191110108MACG2KBH8F10000","ProduceID":"d4n70cto082lov8tau30","ReservedCode1":"","ContentPropagator":"001191110108MACG2KBH8F20000","PropagateID":"d4n70cto082lov8tau30","ReservedCode2":""}</vt:lpwstr>
  </property>
</Properties>
</file>